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TIAGO — 0:00 a 0:15. Apresenta o grupo e diz em uma frase: vamos mostrar a rede do WaveAI como ela está no ar, onde ela falha e o que medimos.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TIAGO — até 2:00. Problema: queremos captar EEG de consumo e mostrar tendências de bem-estar sem prometer diagnóstico. Percorrer a fila de caixas: headset, celular, API, Analysis, banco, painel. Honestidade que abre o trabalho: a atividade pede o desenho antes do firmware, e o nosso sistema já está no ar e não tem firmware próprio — então mostramos a rede como construída e o que medimos. O número zero é o que mais importa: todos os sete enlaces passam por equipamento que não é nosso.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 — 2:00 a 3:30. Percorrer com o dedo: E1 Bluetooth Classic RFCOMM do celular para o headset (o celular inicia; o headset transmite 512 pacotes por segundo, 8 bytes cada). E2 WebSocket sobre TLS até a API, passando por roteador ou 4G, que não são nossos. E3 HTTPS interno até a Analysis, que é inalcançável pela internet. E4 protocolo PostgreSQL sobre TLS até o Neon, em outra nuvem. E5 SSE do navegador para a API: o navegador assina e o servidor empurra. E6 o site na Cloudflare. E7 SMTP para o Gmail. Mostrar as três bordas vermelhas.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 — até 4:30. Destacar três leituras da tabela: (1) quem inicia nem sempre é quem manda o dado; (2) o volume do E2 foi medido, 941 a 1.339 bytes por frame; (3) a última coluna: nenhum trecho é infraestrutura nossa. Se perguntarem do DNS: a Cloudflare só resolve o nome da API (DNS only); dado de usuário não passa por 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NICKOLAS — até 5:15. Explicar as quatro palavras do mapa: perde, atrasa, duplica, fora de ordem. Duplicar e desordenar ficam fora porque cada captação é um único WebSocket sobre TCP e não há reenvio. O custo: o que se perde não volta — decisão de privacidade, e a perda é declarada na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NICKOLAS — até 7:15, é a parte central. Contar como história: isto aconteceu de verdade — com a tela apagada, o Android pausava o JavaScript, o envio parava, e a sessão chegava com 71,2% das amostras, sem erro nenhum. Reproduzimos: 12 s de sinal, depois silêncio com o socket aberto. Por 150 s o servidor não fechou e o painel continuou dizendo ao vivo, recebendo só keepalives. Por quê: depois da autenticação, o gateway permite silêncio entre blocos. Comparar: quando a rede cai de verdade, o ping percebe em 27,6 s e o relatório é gravado com o que chegou. Reação prevista: timeout de inatividade de 10 s, que reaproveita o caminho da queda. Dado: perde todo o período.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GUSTAVO — até 8:00. O “M” nos cartões é de medido, no ambiente local, com sinal sintético. A degradação esperada funcionou (captação segue, ao vivo diz indisponível, relatório sai inteiro quando a Analysis volta), mas a medição revelou que uma dependência lenta congela a réplica única inteira. Quanto tempo o painel mostra algo errado: 27,6 s na queda de rede; sem limite no app congelado e na sessão órfã. Pontos únicos: com a API fora, param captação, ao vivo e histórico; com o banco fora, param login, histórico e a própria captação.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NICKOLAS — até 9:00. Um requisito só vale com número e método de verificação. Ler os seis eixos pelo número grande, não pelo texto. Dizer a situação com franqueza: latência e segurança medidas; disponibilidade e energia são metas com método definido; integridade é parcial porque o servidor devolve o número de sequência mas ainda não o valida. Os 10 funcionais estão no documento (RF-01 a RF-10).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TIAGO — até 10:00. O Anexo VII foi modelo de estudo: 13.000 veículos. Cada ausência aqui é decisão com motivo de escala, risco e objetivo: (1) redundância — escala de demonstração e custo zero em repouso; uma segunda réplica exigiria tirar da memória o fan-out ao vivo; (2) retenção de 15 dias — proibida pelo próprio desenho, por privacidade; (3) IP54 e RTC — produto de consumo em ambiente interno. Fechar: cada falha que mostramos virou número, inclusive as que ainda não corrigimos.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Todos. Qualquer um responde qualquer parte — ver o banco de perguntas no roteiro.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NÃO-CLÍNICO · BEM-ESTAR EXPLORATÓRIO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do WaveAI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Enlaces, falhas e requisitos de um sistema de EEG de consumo que já está em produção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Bryan Ramos de Oliveira · Gustavo Mendes Vetieri Mariano · Nickolas Maia de Araujo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Distribuídos Aplicado à Internet das Coisas · Prof. Rodrigo dos Santos Faustino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AMS · 2º ano, noite · setembro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WaveAI faz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headset de EEG de consumo capta o sinal da testa; o celular repassa à nossa API; ela calcula tendências e mostra num painel — ao próprio usuário e, se ele autorizar, a um profissional de bem-estar. Em produção desde 26/08/2026. Sem firmware próprio: o do headset é fechado.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02412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B9C6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102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83664" y="1783080"/>
            <a:ext cx="102412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B9C6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83664" y="1783080"/>
            <a:ext cx="102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10128" y="1783080"/>
            <a:ext cx="102412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B9C6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10128" y="1783080"/>
            <a:ext cx="102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36592" y="1783080"/>
            <a:ext cx="102412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B9C6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36592" y="1783080"/>
            <a:ext cx="102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63056" y="1783080"/>
            <a:ext cx="102412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B9C6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63056" y="1783080"/>
            <a:ext cx="102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1783080"/>
            <a:ext cx="1024128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B9C6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0" y="1783080"/>
            <a:ext cx="10241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508760" y="1901952"/>
            <a:ext cx="347472" cy="347472"/>
          </a:xfrm>
          <a:prstGeom prst="ellipse">
            <a:avLst/>
          </a:prstGeom>
          <a:solidFill>
            <a:srgbClr val="0F7A70"/>
          </a:solidFill>
          <a:ln w="12700">
            <a:solidFill>
              <a:srgbClr val="0F7A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08760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5224" y="1901952"/>
            <a:ext cx="347472" cy="347472"/>
          </a:xfrm>
          <a:prstGeom prst="ellipse">
            <a:avLst/>
          </a:prstGeom>
          <a:solidFill>
            <a:srgbClr val="2A5BC7"/>
          </a:solidFill>
          <a:ln w="12700">
            <a:solidFill>
              <a:srgbClr val="2A5BC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35224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61688" y="1901952"/>
            <a:ext cx="347472" cy="347472"/>
          </a:xfrm>
          <a:prstGeom prst="ellipse">
            <a:avLst/>
          </a:prstGeom>
          <a:solidFill>
            <a:srgbClr val="0F7A70"/>
          </a:solidFill>
          <a:ln w="12700">
            <a:solidFill>
              <a:srgbClr val="0F7A7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61688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88152" y="1901952"/>
            <a:ext cx="347472" cy="347472"/>
          </a:xfrm>
          <a:prstGeom prst="ellipse">
            <a:avLst/>
          </a:prstGeom>
          <a:solidFill>
            <a:srgbClr val="0F7A70"/>
          </a:solidFill>
          <a:ln w="12700">
            <a:solidFill>
              <a:srgbClr val="0F7A7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88152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14616" y="1901952"/>
            <a:ext cx="347472" cy="347472"/>
          </a:xfrm>
          <a:prstGeom prst="ellipse">
            <a:avLst/>
          </a:prstGeom>
          <a:solidFill>
            <a:srgbClr val="0F7A70"/>
          </a:solidFill>
          <a:ln w="12700">
            <a:solidFill>
              <a:srgbClr val="0F7A7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14616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7432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60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794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 por segundo, 1 canal (FP1)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46120" y="27432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74720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000" dirty="0"/>
          </a:p>
        </p:txBody>
      </p:sp>
      <p:sp>
        <p:nvSpPr>
          <p:cNvPr id="31" name="Text 29"/>
          <p:cNvSpPr txBox="1"/>
          <p:nvPr/>
        </p:nvSpPr>
        <p:spPr>
          <a:xfrm>
            <a:off x="3474720" y="3794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do sensor ao painel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035040" y="27432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63640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0" dirty="0"/>
          </a:p>
        </p:txBody>
      </p:sp>
      <p:sp>
        <p:nvSpPr>
          <p:cNvPr id="34" name="Text 32"/>
          <p:cNvSpPr txBox="1"/>
          <p:nvPr/>
        </p:nvSpPr>
        <p:spPr>
          <a:xfrm>
            <a:off x="6263640" y="37947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equipamentos nossos no caminho — só software e configuração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· 0:15–2:00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6459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rede, enlace por enlace</a:t>
            </a:r>
            <a:endParaRPr lang="en-US" sz="2200" dirty="0"/>
          </a:p>
        </p:txBody>
      </p:sp>
      <p:pic>
        <p:nvPicPr>
          <p:cNvPr id="3" name="Image 0" descr="Diagrama de rede do Wave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66928"/>
            <a:ext cx="6020344" cy="4434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77544" y="640080"/>
            <a:ext cx="2437856" cy="96012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7272" y="713232"/>
            <a:ext cx="221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de quem inicia a conversa — no E1 é o celular, embora o dado venha do headset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77544" y="1719072"/>
            <a:ext cx="2437856" cy="96012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7272" y="1792224"/>
            <a:ext cx="221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dado fica em cada nó; o celular guarda &lt; 0,5 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77544" y="2798064"/>
            <a:ext cx="2437856" cy="96012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7272" y="2871216"/>
            <a:ext cx="221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queda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com o dado quando o enlace cai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77544" y="3877056"/>
            <a:ext cx="2437856" cy="96012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7272" y="3950208"/>
            <a:ext cx="221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 vermelha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único de falha: API, banco, celular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Tecnologia, protocolo e de quem é cada trecho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514600"/>
                <a:gridCol w="1097280"/>
                <a:gridCol w="2468880"/>
                <a:gridCol w="164592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Tecnologia · protocolo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inicia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Periodicidade · volume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quem 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Bluetooth Classic · RFCOMM/SPP · ThinkGear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pacotes/s × 8 B ≈ 33 kbit/s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 + NeuroSky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Wi-Fi/4G · WebSocket sobre TLS 1.3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Celular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frame/0,5 s · 941–1.339 B (medido)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Operadora, Azure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interno · 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janela/2 s · timeout 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sobre TLS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commit por frame (2/s)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Neon (AWS)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· SSE + 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evento/2 s · ~1,2 KB (medido)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assiste, Azure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 · CDN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2,36 MB ao abrir o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7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SMTP 587 + STARTTLS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 demanda · teto 500/dia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· 3:30–4:30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falhas: perde, atrasa, duplica, desordena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058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0058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modos de falha, ao menos 3 por enlace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4028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2402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silenciosos: nada quebra na tela e o dado para de chegar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47472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A5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3474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duplicação ou desordem: um só WebSocket sobre TCP e nenhum reenvio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097280"/>
            <a:ext cx="3703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preço da escolha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reenvio, a mesma amostra nunca chega duas vezes — mas o que se perde não volta.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guardar e reenviar?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de EEG é dado pessoal sensível. O projeto decidiu não gravar sinal bruto em lugar nenhum. Em troca, a perda é declarada na tela: “faltou sinal” quando sobram ≥ 10 s de duração sem amostras.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Nickolas · 4:30–5:15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início ao fim: o app congela e ninguém percebe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com cliente sintético que para de enviar, mas mantém o socket aberto e responde ao ping — o que um celular com o JavaScript pausado faz.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7680960" cy="0"/>
          </a:xfrm>
          <a:prstGeom prst="line">
            <a:avLst/>
          </a:prstGeom>
          <a:noFill/>
          <a:ln w="25400">
            <a:solidFill>
              <a:srgbClr val="3A4B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" y="1865376"/>
            <a:ext cx="201168" cy="201168"/>
          </a:xfrm>
          <a:prstGeom prst="ellipse">
            <a:avLst/>
          </a:prstGeom>
          <a:solidFill>
            <a:srgbClr val="4FD1C5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28600" y="2148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a sessão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08376" y="1865376"/>
            <a:ext cx="201168" cy="201168"/>
          </a:xfrm>
          <a:prstGeom prst="ellipse">
            <a:avLst/>
          </a:prstGeom>
          <a:solidFill>
            <a:srgbClr val="4FD1C5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2148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frame: o app congela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85816" y="1865376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→ 162 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148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servidor: nada · painel: 10 keepalives e “ao vivo”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71816" y="1865376"/>
            <a:ext cx="201168" cy="201168"/>
          </a:xfrm>
          <a:prstGeom prst="ellipse">
            <a:avLst/>
          </a:prstGeom>
          <a:solidFill>
            <a:srgbClr val="4FD1C5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0" y="1417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 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21488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“stop” → relatório gerado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6213A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154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s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886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nenhum aviso, em nenhuma tela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6213A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3154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27,6 s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886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rede some de verdade: o ping do servidor percebe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35040" y="306324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16213A"/>
          </a:solidFill>
          <a:ln w="9525">
            <a:solidFill>
              <a:srgbClr val="2A3A5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3154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886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de inatividade previsto: sem amostra, vira queda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Nickolas · 5:15–7:15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parcial: um nó cai, e os outros mostram o quê?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medido no ambiente local, com sinal sintético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289304"/>
            <a:ext cx="384048" cy="384048"/>
          </a:xfrm>
          <a:prstGeom prst="ellipse">
            <a:avLst/>
          </a:prstGeom>
          <a:solidFill>
            <a:srgbClr val="0F7A70"/>
          </a:solidFill>
          <a:ln w="12700">
            <a:solidFill>
              <a:srgbClr val="0F7A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289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0515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lenta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janela espera 5 s e volta “indisponível”. A chamada é síncrona: a API inteira para junto — /health levou 4,5–4,7 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2478024"/>
            <a:ext cx="384048" cy="384048"/>
          </a:xfrm>
          <a:prstGeom prst="ellipse">
            <a:avLst/>
          </a:prstGeom>
          <a:solidFill>
            <a:srgbClr val="0F7A70"/>
          </a:solidFill>
          <a:ln w="12700">
            <a:solidFill>
              <a:srgbClr val="0F7A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2402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do banco esgotado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painéis ao vivo abertos: rota com banco espera 30,2 s e dá erro 500, enquanto /health responde 200 em 0,22 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3666744"/>
            <a:ext cx="384048" cy="384048"/>
          </a:xfrm>
          <a:prstGeom prst="ellipse">
            <a:avLst/>
          </a:prstGeom>
          <a:solidFill>
            <a:srgbClr val="0F7A70"/>
          </a:solidFill>
          <a:ln w="12700">
            <a:solidFill>
              <a:srgbClr val="0F7A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4290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recusa conexão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captação cai em 0,9 s e a sessão fica “active” para sempre, sem relatório. O painel segue ouvindo que há captação ao vivo.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52160" y="960120"/>
            <a:ext cx="2834640" cy="3429000"/>
          </a:xfrm>
          <a:prstGeom prst="roundRect">
            <a:avLst>
              <a:gd name="adj" fmla="val 2581"/>
            </a:avLst>
          </a:prstGeom>
          <a:solidFill>
            <a:srgbClr val="FFF4F3"/>
          </a:solidFill>
          <a:ln w="9525">
            <a:solidFill>
              <a:srgbClr val="F2C4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0" y="1097280"/>
            <a:ext cx="2514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únicos de falha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— réplica única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Neon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do titular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Região brazilsouth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Lição: /health sozinho mentiria. A disponibilidade se mede numa rota que usa o banco.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· 7:15–8:00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não funcionais: os números que escolhemos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024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RNF-01 · Latência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2801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 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847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o painel em 95% das janelas · medido local: p95 32 ms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3957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local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10712" y="1024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RNF-02 · Retenção na queda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12801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0,5 s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1847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celular; o servidor grava o que chegou (≥ 1.024 amostras) · queda percebida em 27,6 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410712" y="23957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9144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99632" y="1024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RNF-03 · Disponibilidade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199632" y="12801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99,0%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199632" y="1847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mês = até 7 h 18 min fora · 2 sondas seguidas sem 200 numa rota com banco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23957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2944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RNF-04 · Integridade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32004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37673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pacotes com checksum inválido descartados · buraco ≥ 10 s declarado · seq ainda não validado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4315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10712" y="2944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RNF-05 · Energia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410712" y="32004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10%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3410712" y="37673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bateria em 60 min com a tela apagada · headset: 1 pilha AAA, ~8 h (fabricante)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410712" y="4315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5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99632" y="2944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RNF-06 · Segurança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199632" y="32004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</a:t>
            </a:r>
            <a:endParaRPr lang="en-US" sz="3000" dirty="0"/>
          </a:p>
        </p:txBody>
      </p:sp>
      <p:sp>
        <p:nvSpPr>
          <p:cNvPr id="31" name="Text 29"/>
          <p:cNvSpPr txBox="1"/>
          <p:nvPr/>
        </p:nvSpPr>
        <p:spPr>
          <a:xfrm>
            <a:off x="6199632" y="37673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nos dois domínios · 6ª tentativa de login recebe 429 · sinal bruto nunca gravado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199632" y="4315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Nickolas · 8:00–9:00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SPTrans exige e o WaveAI não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SPTrans exige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533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Redundância, 99,9%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WaveAI decide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13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 única, meta de 99,0%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260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interrompida custa minutos de captação repetidos, não uma frota sem monitoramento — e o custo em repouso é zero.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0972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SPTrans exige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3533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dias guardados no equipamento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0574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WaveAI decide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313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bruto nunca gravado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9260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é dado pessoal sensível: a LGPD pede minimização. A perda é declarada na tela, não escondida.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960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09728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SPTrans exige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353312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IP54 e relógio RTC com GPS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0574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WaveAI decide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313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interno, taxa fixa de 512 Hz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92608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Headset de consumo usado sentado; o tempo de cada amostra sai da contagem, não de um relógio.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Tiago · 9:00–10:00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488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falha que mostramos virou número — inclusive as que ainda não corrigimos.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Documento, diagrama (.drawio) e medições: pasta Faculdade/SDIoT_Atividade_Redes do repositório.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 do WaveAI</dc:title>
  <dc:subject>PptxGenJS Presentation</dc:subject>
  <dc:creator>PptxGenJS</dc:creator>
  <cp:lastModifiedBy>PptxGenJS</cp:lastModifiedBy>
  <cp:revision>1</cp:revision>
  <dcterms:created xsi:type="dcterms:W3CDTF">2026-09-13T17:33:35Z</dcterms:created>
  <dcterms:modified xsi:type="dcterms:W3CDTF">2026-09-13T17:33:35Z</dcterms:modified>
</cp:coreProperties>
</file>